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Full visual timeline available in timeline.md. Key theme: methodical progress with focus on reliability after scaling issues appeared.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These issues surfaced after initial success. We performed a full codebase audit and architectural redesign rather than quick patches.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These changes eliminated the early bugs and made the system production-ready. The transparency logging builds artist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The platform today is mature, reliable, and ready for users. Recent focus has been on analytics and creator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Thank you. Questions? Live demo of current radio player, artist stats dashboard, and admin tools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Discover 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Radio Streaming MVP to Professional Creator Platform\nDevelopment Journey &amp; Analysis\nMay 2026\n\nTanaka Makuvaza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Discover Me?\n• Our Structured Development Workflow\n• Complete Timeline (Jan-May 2026)\n• MVP Phase &amp; Status Reviews\n• The Discover Me Pivot\n• April Radio Reliability Crisis &amp; Fixes\n• Current Capabilities &amp; Analytics\n• Testing Approach\n• Recent Enhancements\n• Next Steps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Development Timeline Overview</a:t>
            </a:r>
          </a:p>
          <a:p>
            <a:pPr>
              <a:defRPr b="1"/>
            </a:pPr>
            <a:r>
              <a:t>January 2026 -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Jan 2026: MVP Foundation &amp; Completion (Status Reviews 1 &amp; 2)\nFeb-Mar 2026: Feature expansion, Spotify-like features, Discover Me pivot to creator networking\nApril 2026: Radio regression investigation - 30+ bugs fixed (stuttering, Supabase scaling)\nMay 2026: Artist stats dashboard, analytics.service.ts, new DB migrations (059, 060), Refinery overhaul\n\nMajor architectural upgrade: Redis hybrid state + play_decision_log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April 2026 Radio Reliability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Problems at scale:\n• Stuttering and skipping between tracks\n• Songs restarting unexpectedly\n• Supabase 503 errors and high disk IO\n• Inaccurate listener counts\n\nRoot cause: Early in-memory state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Solutions &amp; Architectural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Hybrid Redis + Supabase architecture (stateless backend)\n• play_decision_log table for complete transparency\n• Atomic credit RPCs and server-side FFmpeg validation\n• Caching, circuit breakers, SWR optimizations\n• Comprehensive test matrix (Master E2E + 14 radio tests)\n\nResult: Stable, trustworthy, scalable radio streaming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Radio: Reliable streaming with realtime chat\nAnalytics: New artist stats dashboard + DB migrations\nRefinery: Complete paid submission &amp; review system\nDiscover Me: Professional profiles, job board, Catalysts marketplace\nCompliance: Self-service account deletion\n\nCross-platform parity (Web + Mobile)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Summary:\n• Methodical development from MVP to full platform\n• Successfully resolved scaling challenges\n• Built transparent, reliable radio + networking platform\n• 497 commits, 27+ plans, comprehensive testing\n\nNext Steps:\n• Complete Discover Me UI and livestream features\n• Execute full test suite\n• Prepare for broader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